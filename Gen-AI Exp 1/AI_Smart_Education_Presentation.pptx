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Smart Education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machine intelligence is reshaping classrooms, tutoring, and universities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4434840"/>
            <a:ext cx="14630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now a core part of how students learn and institutions operate — from </a:t>
            </a:r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tutoring</a:t>
            </a:r>
            <a:pPr indent="0" marL="0">
              <a:buNone/>
            </a:pPr>
            <a:r>
              <a:rPr lang="en-US" sz="16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grading</a:t>
            </a:r>
            <a:pPr indent="0" marL="0">
              <a:buNone/>
            </a:pPr>
            <a:r>
              <a:rPr lang="en-US" sz="16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analytics</a:t>
            </a:r>
            <a:pPr indent="0" marL="0">
              <a:buNone/>
            </a:pPr>
            <a:r>
              <a:rPr lang="en-US" sz="16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3017520" cy="2377440"/>
          </a:xfrm>
          <a:prstGeom prst="roundRect">
            <a:avLst>
              <a:gd name="adj" fmla="val 4615"/>
            </a:avLst>
          </a:prstGeom>
          <a:solidFill>
            <a:srgbClr val="16273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2004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students across 16 countries already use AI in their studies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0" y="3017520"/>
            <a:ext cx="3017520" cy="2377440"/>
          </a:xfrm>
          <a:prstGeom prst="roundRect">
            <a:avLst>
              <a:gd name="adj" fmla="val 4615"/>
            </a:avLst>
          </a:prstGeom>
          <a:solidFill>
            <a:srgbClr val="16273F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0" y="32004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$136B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023360" y="39319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size of the global AI-in-education market by 2035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40880" y="3017520"/>
            <a:ext cx="3017520" cy="2377440"/>
          </a:xfrm>
          <a:prstGeom prst="roundRect">
            <a:avLst>
              <a:gd name="adj" fmla="val 4615"/>
            </a:avLst>
          </a:prstGeom>
          <a:solidFill>
            <a:srgbClr val="16273F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0" y="32004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223760" y="39319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exam score improvement for students using AI chatbots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16273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Learning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adapts pace and content to each student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34840" y="13716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16273F"/>
          </a:solidFill>
          <a:ln/>
        </p:spPr>
      </p:sp>
      <p:sp>
        <p:nvSpPr>
          <p:cNvPr id="7" name="Text 5"/>
          <p:cNvSpPr/>
          <p:nvPr/>
        </p:nvSpPr>
        <p:spPr>
          <a:xfrm>
            <a:off x="4617720" y="1508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Teacher Workload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7720" y="19659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grading and lesson planning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0" y="13716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16273F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0" y="1508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Accessibility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19659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for language and disability barriers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16273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Tutoring Support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37490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 help outside class hours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34840" y="315468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16273F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Intervention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7720" y="37490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analytics flag at-risk students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0" y="315468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16273F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Outcomes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37490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engagement and test performance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16273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Integrity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Plagiarism risk from AI-generated work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34840" y="13716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16273F"/>
          </a:solidFill>
          <a:ln/>
        </p:spPr>
      </p:sp>
      <p:sp>
        <p:nvSpPr>
          <p:cNvPr id="7" name="Text 5"/>
          <p:cNvSpPr/>
          <p:nvPr/>
        </p:nvSpPr>
        <p:spPr>
          <a:xfrm>
            <a:off x="4617720" y="1508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7720" y="19659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 collection of student data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0" y="13716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16273F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0" y="1508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Bias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19659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Unequal outcomes for some student groups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16273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Divide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37490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Unequal access in under-resourced schools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34840" y="315468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16273F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Thinking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7720" y="37490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of over-reliance weakening reasoning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0" y="315468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16273F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Gaps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37490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teachers lack formal AI training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6273F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716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Classrooms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297680" y="137160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Sensor-driven rooms that adapt in real time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6273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231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Tutors &amp; Co-Pilots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97680" y="242316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personalized curricula, not just Q&amp;A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6273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4747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Skill-Based Learning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97680" y="347472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Modular, lifelong credentials over fixed degrees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6273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52628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AI-Augmented Universities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97680" y="452628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physical + virtual campuses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55778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6273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57784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Frameworks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97680" y="557784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Equity-first governance for educational AI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2026-07-23T04:58:11Z</dcterms:created>
  <dcterms:modified xsi:type="dcterms:W3CDTF">2026-07-23T04:58:11Z</dcterms:modified>
</cp:coreProperties>
</file>